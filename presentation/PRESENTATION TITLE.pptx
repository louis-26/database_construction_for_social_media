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56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203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_slid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themes/purple_circle_lines_triangle_minimalist_universal_vplus_standard_en_20231110/Cover-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talog_slid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themes/purple_circle_lines_triangle_minimalist_universal_vplus_standard_en_20231110/Catalog-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ssion_slid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themes/purple_circle_lines_triangle_minimalist_universal_vplus_standard_en_20231110/Session-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themes/purple_circle_lines_triangle_minimalist_universal_vplus_standard_en_20231110/Content-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_slid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themes/purple_circle_lines_triangle_minimalist_universal_vplus_standard_en_20231110/End-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2147888"/>
            <a:ext cx="6763703" cy="80962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996EF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PRESENTATION TITLE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2319338" y="1719263"/>
            <a:ext cx="4601528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SUBTITLE HERE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005013" y="3500438"/>
            <a:ext cx="19431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zh-CN" sz="14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XXX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852988" y="3500438"/>
            <a:ext cx="19431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2023-12-08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05063" y="685800"/>
            <a:ext cx="5162550" cy="8286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996EF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CONTENTS 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2405063" y="1504950"/>
            <a:ext cx="5386388" cy="29575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Times New Roman" panose="02020603050405020304" pitchFamily="18" charset="0"/>
              </a:rPr>
              <a:t>Slide 1: Introduction</a:t>
            </a:r>
            <a:endParaRPr lang="en-US" sz="175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Times New Roman" panose="02020603050405020304" pitchFamily="18" charset="0"/>
              </a:rPr>
              <a:t>Slide 2: Research Focus</a:t>
            </a:r>
            <a:endParaRPr lang="en-US" sz="175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Times New Roman" panose="02020603050405020304" pitchFamily="18" charset="0"/>
              </a:rPr>
              <a:t>Slide 3: Objectives and Deliverables</a:t>
            </a:r>
            <a:endParaRPr lang="en-US" sz="175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Times New Roman" panose="02020603050405020304" pitchFamily="18" charset="0"/>
              </a:rPr>
              <a:t>Slide 4: Significance, Benefits, and Impacts</a:t>
            </a:r>
            <a:endParaRPr lang="en-US" sz="175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Times New Roman" panose="02020603050405020304" pitchFamily="18" charset="0"/>
              </a:rPr>
              <a:t>Slide 5: Review of State-of-the-Art Technologies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23988" y="2143125"/>
            <a:ext cx="1166813" cy="1171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76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5760" dirty="0"/>
          </a:p>
        </p:txBody>
      </p:sp>
      <p:sp>
        <p:nvSpPr>
          <p:cNvPr id="3" name="Text 1"/>
          <p:cNvSpPr/>
          <p:nvPr/>
        </p:nvSpPr>
        <p:spPr>
          <a:xfrm>
            <a:off x="3157538" y="2281238"/>
            <a:ext cx="5101590" cy="8905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Slide 1: Introduction</a:t>
            </a:r>
            <a:endParaRPr lang="en-US" sz="3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76238"/>
            <a:ext cx="7506653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25" b="1" dirty="0">
                <a:solidFill>
                  <a:srgbClr val="996EF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Slide 1: Introduction</a:t>
            </a:r>
            <a:endParaRPr lang="en-US" sz="2625" dirty="0"/>
          </a:p>
        </p:txBody>
      </p:sp>
      <p:sp>
        <p:nvSpPr>
          <p:cNvPr id="3" name="Text 1"/>
          <p:cNvSpPr/>
          <p:nvPr/>
        </p:nvSpPr>
        <p:spPr>
          <a:xfrm>
            <a:off x="762000" y="1128713"/>
            <a:ext cx="7715250" cy="34528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68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Title:</a:t>
            </a:r>
            <a:br/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"Digital Transformation of Personal Storytelling"</a:t>
            </a:r>
            <a:endParaRPr lang="en-US" sz="168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68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Subtitle:</a:t>
            </a:r>
            <a:br/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"In an era marked by digital interconnectedness"</a:t>
            </a:r>
            <a:endParaRPr lang="en-US" sz="168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68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Key Points:</a:t>
            </a:r>
            <a:endParaRPr lang="en-US" sz="168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680" i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Visual: Illustration of interconnected devices, a person writing in a digital diary, and multimedia elements blending together.</a:t>
            </a:r>
            <a:endParaRPr lang="en-US" sz="1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76238"/>
            <a:ext cx="7506653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25" b="1" dirty="0">
                <a:solidFill>
                  <a:srgbClr val="996EF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Key Points:</a:t>
            </a:r>
            <a:endParaRPr lang="en-US" sz="2625" dirty="0"/>
          </a:p>
        </p:txBody>
      </p:sp>
      <p:sp>
        <p:nvSpPr>
          <p:cNvPr id="3" name="Text 1"/>
          <p:cNvSpPr/>
          <p:nvPr/>
        </p:nvSpPr>
        <p:spPr>
          <a:xfrm>
            <a:off x="762000" y="1128713"/>
            <a:ext cx="7715250" cy="34528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Individuals seek innovative ways to chronicle their lives.</a:t>
            </a:r>
            <a:endParaRPr lang="en-US" sz="168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Multimedia diaries on the web revolutionize personal storytelling.</a:t>
            </a:r>
            <a:endParaRPr lang="en-US" sz="168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Blend of textual records and vivid images creates a rich tapestry of memories.</a:t>
            </a:r>
            <a:endParaRPr lang="en-US" sz="16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23988" y="2143125"/>
            <a:ext cx="1166813" cy="1171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76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5760" dirty="0"/>
          </a:p>
        </p:txBody>
      </p:sp>
      <p:sp>
        <p:nvSpPr>
          <p:cNvPr id="3" name="Text 1"/>
          <p:cNvSpPr/>
          <p:nvPr/>
        </p:nvSpPr>
        <p:spPr>
          <a:xfrm>
            <a:off x="3157538" y="2281238"/>
            <a:ext cx="5101590" cy="8905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185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Slide 2: Research Focus</a:t>
            </a:r>
            <a:endParaRPr lang="en-US" sz="318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76238"/>
            <a:ext cx="7506653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25" b="1" dirty="0">
                <a:solidFill>
                  <a:srgbClr val="996EF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Slide 2: Research Focus</a:t>
            </a:r>
            <a:endParaRPr lang="en-US" sz="2625" dirty="0"/>
          </a:p>
        </p:txBody>
      </p:sp>
      <p:sp>
        <p:nvSpPr>
          <p:cNvPr id="3" name="Text 1"/>
          <p:cNvSpPr/>
          <p:nvPr/>
        </p:nvSpPr>
        <p:spPr>
          <a:xfrm>
            <a:off x="762000" y="1128713"/>
            <a:ext cx="7715250" cy="34528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68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Title:</a:t>
            </a:r>
            <a:br/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"Designing a Web-Based Diary Platform"</a:t>
            </a:r>
            <a:endParaRPr lang="en-US" sz="168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68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Subtitle:</a:t>
            </a:r>
            <a:br/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"Delving into intricate considerations"</a:t>
            </a:r>
            <a:endParaRPr lang="en-US" sz="168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68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Key Points:</a:t>
            </a:r>
            <a:endParaRPr lang="en-US" sz="168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680" i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Visual: Conceptual diagram showcasing the web-based diary platform, with icons representing text and photos. Challenges listed on the side.</a:t>
            </a:r>
            <a:endParaRPr lang="en-US" sz="16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76238"/>
            <a:ext cx="7506653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25" b="1" dirty="0">
                <a:solidFill>
                  <a:srgbClr val="996EF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Key Points:</a:t>
            </a:r>
            <a:endParaRPr lang="en-US" sz="2625" dirty="0"/>
          </a:p>
        </p:txBody>
      </p:sp>
      <p:sp>
        <p:nvSpPr>
          <p:cNvPr id="3" name="Text 1"/>
          <p:cNvSpPr/>
          <p:nvPr/>
        </p:nvSpPr>
        <p:spPr>
          <a:xfrm>
            <a:off x="762000" y="1128713"/>
            <a:ext cx="7715250" cy="34528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Research focuses on a web-based platform for diary keeping and memoir sharing.</a:t>
            </a:r>
            <a:endParaRPr lang="en-US" sz="168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Primary data elements: text records and photos.</a:t>
            </a:r>
            <a:endParaRPr lang="en-US" sz="168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Challenges include structuring diverse datasets and implementing essential functionalities.</a:t>
            </a:r>
            <a:endParaRPr lang="en-US" sz="16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23988" y="2143125"/>
            <a:ext cx="1166813" cy="1171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76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5760" dirty="0"/>
          </a:p>
        </p:txBody>
      </p:sp>
      <p:sp>
        <p:nvSpPr>
          <p:cNvPr id="3" name="Text 1"/>
          <p:cNvSpPr/>
          <p:nvPr/>
        </p:nvSpPr>
        <p:spPr>
          <a:xfrm>
            <a:off x="3157538" y="2281238"/>
            <a:ext cx="5101590" cy="8905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135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Slide 3: Objectives and Deliverables</a:t>
            </a:r>
            <a:endParaRPr lang="en-US" sz="213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76238"/>
            <a:ext cx="7506653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25" b="1" dirty="0">
                <a:solidFill>
                  <a:srgbClr val="996EF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Slide 3: Objectives and Deliverables</a:t>
            </a:r>
            <a:endParaRPr lang="en-US" sz="2625" dirty="0"/>
          </a:p>
        </p:txBody>
      </p:sp>
      <p:sp>
        <p:nvSpPr>
          <p:cNvPr id="3" name="Text 1"/>
          <p:cNvSpPr/>
          <p:nvPr/>
        </p:nvSpPr>
        <p:spPr>
          <a:xfrm>
            <a:off x="762000" y="1128713"/>
            <a:ext cx="7715250" cy="34528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63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Title:</a:t>
            </a:r>
            <a:br>
              <a:rPr dirty="0"/>
            </a:br>
            <a:r>
              <a:rPr lang="en-US" sz="63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"Project Goals and Key Deliverables"</a:t>
            </a:r>
            <a:endParaRPr lang="en-US" sz="63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63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Key Objectives:</a:t>
            </a:r>
            <a:endParaRPr lang="en-US" sz="63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63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1. </a:t>
            </a:r>
            <a:r>
              <a:rPr lang="en-US" sz="63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Diary/Memoir Management System</a:t>
            </a:r>
            <a:endParaRPr lang="en-US" sz="63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63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- Develop a user-friendly system for creating, editing, deleting, and searching entries.</a:t>
            </a:r>
            <a:endParaRPr lang="en-US" sz="63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63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2. </a:t>
            </a:r>
            <a:r>
              <a:rPr lang="en-US" sz="63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Multimedia Integration</a:t>
            </a:r>
            <a:endParaRPr lang="en-US" sz="63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63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- Enable users to enhance entries with text and photos for a more immersive experience.</a:t>
            </a:r>
            <a:endParaRPr lang="en-US" sz="63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63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3. </a:t>
            </a:r>
            <a:r>
              <a:rPr lang="en-US" sz="63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User Authentication and Authorization</a:t>
            </a:r>
            <a:endParaRPr lang="en-US" sz="63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63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- Implement a robust system for data privacy, defining access permissions.</a:t>
            </a:r>
            <a:endParaRPr lang="en-US" sz="63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63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4. </a:t>
            </a:r>
            <a:r>
              <a:rPr lang="en-US" sz="63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Database Structure and Queries</a:t>
            </a:r>
            <a:endParaRPr lang="en-US" sz="63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63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- Design and implement an efficient structure for storing user information, entries, photos, and more.</a:t>
            </a:r>
            <a:endParaRPr lang="en-US" sz="63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63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5. </a:t>
            </a:r>
            <a:r>
              <a:rPr lang="en-US" sz="63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Advanced Features</a:t>
            </a:r>
            <a:endParaRPr lang="en-US" sz="63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63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- Explore techniques like graph databases, cloud storage, and automatic summarization.</a:t>
            </a:r>
            <a:endParaRPr lang="en-US" sz="63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63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6. </a:t>
            </a:r>
            <a:r>
              <a:rPr lang="en-US" sz="63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Web/User Interface</a:t>
            </a:r>
            <a:endParaRPr lang="en-US" sz="63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63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- Create an intuitive and visually appealing interface.</a:t>
            </a:r>
            <a:endParaRPr lang="en-US" sz="63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63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7. </a:t>
            </a:r>
            <a:r>
              <a:rPr lang="en-US" sz="63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Testing with Real Data</a:t>
            </a:r>
            <a:endParaRPr lang="en-US" sz="63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63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- Ensure reliability, performance, and user satisfaction through thorough testing.</a:t>
            </a:r>
            <a:endParaRPr lang="en-US" sz="63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63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8. </a:t>
            </a:r>
            <a:r>
              <a:rPr lang="en-US" sz="63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Documentation and Reporting</a:t>
            </a:r>
            <a:endParaRPr lang="en-US" sz="63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63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- Provide comprehensive documentation and a report summarizing goals, achievements, and future possibilities.</a:t>
            </a:r>
            <a:endParaRPr lang="en-US" sz="63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630" i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Visual: Icons or graphics representing each objective with a checklist.</a:t>
            </a:r>
            <a:endParaRPr lang="en-US" sz="63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23988" y="2143125"/>
            <a:ext cx="1166813" cy="1171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76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endParaRPr lang="en-US" sz="5760" dirty="0"/>
          </a:p>
        </p:txBody>
      </p:sp>
      <p:sp>
        <p:nvSpPr>
          <p:cNvPr id="3" name="Text 1"/>
          <p:cNvSpPr/>
          <p:nvPr/>
        </p:nvSpPr>
        <p:spPr>
          <a:xfrm>
            <a:off x="3157538" y="2281238"/>
            <a:ext cx="5101590" cy="8905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135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Slide 4: Significance, Benefits, and Impacts</a:t>
            </a:r>
            <a:endParaRPr lang="en-US" sz="213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76238"/>
            <a:ext cx="7506653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25" b="1" dirty="0">
                <a:solidFill>
                  <a:srgbClr val="996EF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Slide 4: Significance, Benefits, and Impacts</a:t>
            </a:r>
            <a:endParaRPr lang="en-US" sz="2625" dirty="0"/>
          </a:p>
        </p:txBody>
      </p:sp>
      <p:sp>
        <p:nvSpPr>
          <p:cNvPr id="3" name="Text 1"/>
          <p:cNvSpPr/>
          <p:nvPr/>
        </p:nvSpPr>
        <p:spPr>
          <a:xfrm>
            <a:off x="762000" y="1128713"/>
            <a:ext cx="7715250" cy="34528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68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Title:</a:t>
            </a:r>
            <a:br/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"Why it Matters"</a:t>
            </a:r>
            <a:endParaRPr lang="en-US" sz="168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68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Key Points:</a:t>
            </a:r>
            <a:endParaRPr lang="en-US" sz="168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680" i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Visual: Illustrations representing personal expression, connectivity, and practical application.</a:t>
            </a:r>
            <a:endParaRPr lang="en-US" sz="16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76238"/>
            <a:ext cx="7506653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25" b="1" dirty="0">
                <a:solidFill>
                  <a:srgbClr val="996EF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Key Points:</a:t>
            </a:r>
            <a:endParaRPr lang="en-US" sz="2625" dirty="0"/>
          </a:p>
        </p:txBody>
      </p:sp>
      <p:sp>
        <p:nvSpPr>
          <p:cNvPr id="3" name="Text 1"/>
          <p:cNvSpPr/>
          <p:nvPr/>
        </p:nvSpPr>
        <p:spPr>
          <a:xfrm>
            <a:off x="762000" y="1128713"/>
            <a:ext cx="7715250" cy="34528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68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Personal Expression</a:t>
            </a:r>
            <a:endParaRPr lang="en-US" sz="168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68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Connectivity</a:t>
            </a:r>
            <a:endParaRPr lang="en-US" sz="168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68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Practical Application</a:t>
            </a:r>
            <a:endParaRPr lang="en-US" sz="16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76238"/>
            <a:ext cx="7506653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25" b="1" dirty="0">
                <a:solidFill>
                  <a:srgbClr val="996EF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Personal Expression</a:t>
            </a:r>
            <a:endParaRPr lang="en-US" sz="2625" dirty="0"/>
          </a:p>
        </p:txBody>
      </p:sp>
      <p:sp>
        <p:nvSpPr>
          <p:cNvPr id="3" name="Text 1"/>
          <p:cNvSpPr/>
          <p:nvPr/>
        </p:nvSpPr>
        <p:spPr>
          <a:xfrm>
            <a:off x="762000" y="1128713"/>
            <a:ext cx="7715250" cy="34528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Fosters self-reflection and creativity through diary entries and memoirs.</a:t>
            </a:r>
            <a:endParaRPr lang="en-US" sz="16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76238"/>
            <a:ext cx="7506653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25" b="1" dirty="0">
                <a:solidFill>
                  <a:srgbClr val="996EF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Connectivity</a:t>
            </a:r>
            <a:endParaRPr lang="en-US" sz="2625" dirty="0"/>
          </a:p>
        </p:txBody>
      </p:sp>
      <p:sp>
        <p:nvSpPr>
          <p:cNvPr id="3" name="Text 1"/>
          <p:cNvSpPr/>
          <p:nvPr/>
        </p:nvSpPr>
        <p:spPr>
          <a:xfrm>
            <a:off x="762000" y="1128713"/>
            <a:ext cx="7715250" cy="34528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Enhances social connections by facilitating the sharing of meaningful moments with family and friends.</a:t>
            </a:r>
            <a:endParaRPr lang="en-US" sz="16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76238"/>
            <a:ext cx="7506653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25" b="1" dirty="0">
                <a:solidFill>
                  <a:srgbClr val="996EF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Practical Application</a:t>
            </a:r>
            <a:endParaRPr lang="en-US" sz="2625" dirty="0"/>
          </a:p>
        </p:txBody>
      </p:sp>
      <p:sp>
        <p:nvSpPr>
          <p:cNvPr id="3" name="Text 1"/>
          <p:cNvSpPr/>
          <p:nvPr/>
        </p:nvSpPr>
        <p:spPr>
          <a:xfrm>
            <a:off x="762000" y="1128713"/>
            <a:ext cx="7715250" cy="34528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Demonstrates the practicality and versatility of advanced database systems in real-life scenarios.</a:t>
            </a:r>
            <a:endParaRPr lang="en-US" sz="16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23988" y="2143125"/>
            <a:ext cx="1166813" cy="1171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76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05</a:t>
            </a:r>
            <a:endParaRPr lang="en-US" sz="5760" dirty="0"/>
          </a:p>
        </p:txBody>
      </p:sp>
      <p:sp>
        <p:nvSpPr>
          <p:cNvPr id="3" name="Text 1"/>
          <p:cNvSpPr/>
          <p:nvPr/>
        </p:nvSpPr>
        <p:spPr>
          <a:xfrm>
            <a:off x="3157538" y="2281238"/>
            <a:ext cx="5101590" cy="8905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135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Slide 5: Review of State-of-the-Art Technologies</a:t>
            </a:r>
            <a:endParaRPr lang="en-US" sz="213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76238"/>
            <a:ext cx="7506653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75" b="1" dirty="0">
                <a:solidFill>
                  <a:srgbClr val="996EF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Slide 5: Review of State-of-the-Art Technologies</a:t>
            </a:r>
            <a:endParaRPr lang="en-US" sz="2275" dirty="0"/>
          </a:p>
        </p:txBody>
      </p:sp>
      <p:sp>
        <p:nvSpPr>
          <p:cNvPr id="3" name="Text 1"/>
          <p:cNvSpPr/>
          <p:nvPr/>
        </p:nvSpPr>
        <p:spPr>
          <a:xfrm>
            <a:off x="762000" y="1128713"/>
            <a:ext cx="7715250" cy="34528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68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Title:</a:t>
            </a:r>
            <a:br/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"Innovating Beyond Current Solutions"</a:t>
            </a:r>
            <a:endParaRPr lang="en-US" sz="168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68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Key Points:</a:t>
            </a:r>
            <a:endParaRPr lang="en-US" sz="168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680" i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Visual: Comparison chart showing the project's differentiators and future exploration areas.</a:t>
            </a:r>
            <a:endParaRPr lang="en-US" sz="16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76238"/>
            <a:ext cx="7506653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25" b="1" dirty="0">
                <a:solidFill>
                  <a:srgbClr val="996EF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Key Points:</a:t>
            </a:r>
            <a:endParaRPr lang="en-US" sz="2625" dirty="0"/>
          </a:p>
        </p:txBody>
      </p:sp>
      <p:sp>
        <p:nvSpPr>
          <p:cNvPr id="3" name="Text 1"/>
          <p:cNvSpPr/>
          <p:nvPr/>
        </p:nvSpPr>
        <p:spPr>
          <a:xfrm>
            <a:off x="762000" y="1128713"/>
            <a:ext cx="7715250" cy="34528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68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Existing Technologies</a:t>
            </a:r>
            <a:endParaRPr lang="en-US" sz="168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68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 Differentiators</a:t>
            </a:r>
            <a:endParaRPr lang="en-US" sz="168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68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Advancements Considered</a:t>
            </a:r>
            <a:endParaRPr lang="en-US" sz="168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68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Future Exploration</a:t>
            </a:r>
            <a:endParaRPr lang="en-US" sz="16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76238"/>
            <a:ext cx="7506653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25" b="1" dirty="0">
                <a:solidFill>
                  <a:srgbClr val="996EF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Existing Technologies</a:t>
            </a:r>
            <a:endParaRPr lang="en-US" sz="2625" dirty="0"/>
          </a:p>
        </p:txBody>
      </p:sp>
      <p:sp>
        <p:nvSpPr>
          <p:cNvPr id="3" name="Text 1"/>
          <p:cNvSpPr/>
          <p:nvPr/>
        </p:nvSpPr>
        <p:spPr>
          <a:xfrm>
            <a:off x="762000" y="1128713"/>
            <a:ext cx="7715250" cy="34528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Mention various journaling apps and personal blogs.</a:t>
            </a:r>
            <a:endParaRPr lang="en-US" sz="168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76238"/>
            <a:ext cx="7506653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25" b="1" dirty="0">
                <a:solidFill>
                  <a:srgbClr val="996EF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 Differentiators</a:t>
            </a:r>
            <a:endParaRPr lang="en-US" sz="2625" dirty="0"/>
          </a:p>
        </p:txBody>
      </p:sp>
      <p:sp>
        <p:nvSpPr>
          <p:cNvPr id="3" name="Text 1"/>
          <p:cNvSpPr/>
          <p:nvPr/>
        </p:nvSpPr>
        <p:spPr>
          <a:xfrm>
            <a:off x="762000" y="1128713"/>
            <a:ext cx="7715250" cy="34528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Highlight how the proposed project goes beyond existing solutions with comprehensive features and customization options.</a:t>
            </a:r>
            <a:endParaRPr lang="en-US" sz="168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76238"/>
            <a:ext cx="7506653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25" b="1" dirty="0">
                <a:solidFill>
                  <a:srgbClr val="996EF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Advancements Considered</a:t>
            </a:r>
            <a:endParaRPr lang="en-US" sz="2625" dirty="0"/>
          </a:p>
        </p:txBody>
      </p:sp>
      <p:sp>
        <p:nvSpPr>
          <p:cNvPr id="3" name="Text 1"/>
          <p:cNvSpPr/>
          <p:nvPr/>
        </p:nvSpPr>
        <p:spPr>
          <a:xfrm>
            <a:off x="762000" y="1128713"/>
            <a:ext cx="7715250" cy="34528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Explore the latest in database management, web development, and cloud storage for efficiency.</a:t>
            </a:r>
            <a:endParaRPr lang="en-US" sz="168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76238"/>
            <a:ext cx="7506653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25" b="1" dirty="0">
                <a:solidFill>
                  <a:srgbClr val="996EF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Future Exploration</a:t>
            </a:r>
            <a:endParaRPr lang="en-US" sz="2625" dirty="0"/>
          </a:p>
        </p:txBody>
      </p:sp>
      <p:sp>
        <p:nvSpPr>
          <p:cNvPr id="3" name="Text 1"/>
          <p:cNvSpPr/>
          <p:nvPr/>
        </p:nvSpPr>
        <p:spPr>
          <a:xfrm>
            <a:off x="762000" y="1128713"/>
            <a:ext cx="7715250" cy="34528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Mention the possibility of incorporating NLP for automatic summarization and graph databases for efficient relationship representation.</a:t>
            </a:r>
            <a:endParaRPr lang="en-US" sz="16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71788" y="1885950"/>
            <a:ext cx="3395663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60" b="1" dirty="0">
                <a:solidFill>
                  <a:srgbClr val="996EF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END</a:t>
            </a:r>
            <a:endParaRPr lang="en-US" sz="2560" dirty="0"/>
          </a:p>
        </p:txBody>
      </p:sp>
      <p:sp>
        <p:nvSpPr>
          <p:cNvPr id="3" name="Text 1"/>
          <p:cNvSpPr/>
          <p:nvPr/>
        </p:nvSpPr>
        <p:spPr>
          <a:xfrm>
            <a:off x="2871788" y="2328863"/>
            <a:ext cx="3395663" cy="10334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THANKS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662</Words>
  <Application>Microsoft Office PowerPoint</Application>
  <PresentationFormat>全屏显示(16:9)</PresentationFormat>
  <Paragraphs>115</Paragraphs>
  <Slides>24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29" baseType="lpstr">
      <vt:lpstr>Noto Sans SC</vt:lpstr>
      <vt:lpstr>等线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subject>SUBTITLE HERE</dc:subject>
  <dc:creator>MindShow.fun</dc:creator>
  <cp:lastModifiedBy>HP</cp:lastModifiedBy>
  <cp:revision>2</cp:revision>
  <dcterms:created xsi:type="dcterms:W3CDTF">2023-12-08T11:45:21Z</dcterms:created>
  <dcterms:modified xsi:type="dcterms:W3CDTF">2023-12-09T05:51:07Z</dcterms:modified>
</cp:coreProperties>
</file>